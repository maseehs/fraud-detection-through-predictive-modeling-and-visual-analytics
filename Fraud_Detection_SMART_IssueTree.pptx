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8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eeh Sarwary" userId="b03856e3612c29ef" providerId="LiveId" clId="{B3CB0174-DB12-47C0-A64E-4C7CAAEAC3DF}"/>
    <pc:docChg chg="undo custSel modSld">
      <pc:chgData name="Maseeh Sarwary" userId="b03856e3612c29ef" providerId="LiveId" clId="{B3CB0174-DB12-47C0-A64E-4C7CAAEAC3DF}" dt="2025-04-05T09:39:07.125" v="117" actId="2711"/>
      <pc:docMkLst>
        <pc:docMk/>
      </pc:docMkLst>
      <pc:sldChg chg="modSp mod">
        <pc:chgData name="Maseeh Sarwary" userId="b03856e3612c29ef" providerId="LiveId" clId="{B3CB0174-DB12-47C0-A64E-4C7CAAEAC3DF}" dt="2025-04-05T09:39:07.125" v="117" actId="2711"/>
        <pc:sldMkLst>
          <pc:docMk/>
          <pc:sldMk cId="0" sldId="256"/>
        </pc:sldMkLst>
        <pc:spChg chg="mod">
          <ac:chgData name="Maseeh Sarwary" userId="b03856e3612c29ef" providerId="LiveId" clId="{B3CB0174-DB12-47C0-A64E-4C7CAAEAC3DF}" dt="2025-04-05T09:39:07.125" v="117" actId="2711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Maseeh Sarwary" userId="b03856e3612c29ef" providerId="LiveId" clId="{B3CB0174-DB12-47C0-A64E-4C7CAAEAC3DF}" dt="2025-04-05T09:38:50.842" v="116" actId="2711"/>
        <pc:sldMkLst>
          <pc:docMk/>
          <pc:sldMk cId="0" sldId="257"/>
        </pc:sldMkLst>
        <pc:spChg chg="mod">
          <ac:chgData name="Maseeh Sarwary" userId="b03856e3612c29ef" providerId="LiveId" clId="{B3CB0174-DB12-47C0-A64E-4C7CAAEAC3DF}" dt="2025-04-05T09:38:50.842" v="116" actId="2711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aseeh Sarwary" userId="b03856e3612c29ef" providerId="LiveId" clId="{B3CB0174-DB12-47C0-A64E-4C7CAAEAC3DF}" dt="2025-04-05T09:38:41.537" v="115" actId="2711"/>
        <pc:sldMkLst>
          <pc:docMk/>
          <pc:sldMk cId="0" sldId="258"/>
        </pc:sldMkLst>
        <pc:spChg chg="mod">
          <ac:chgData name="Maseeh Sarwary" userId="b03856e3612c29ef" providerId="LiveId" clId="{B3CB0174-DB12-47C0-A64E-4C7CAAEAC3DF}" dt="2025-04-05T09:38:41.537" v="115" actId="2711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+mn-lt"/>
              </a:rPr>
              <a:t>Fraud Detection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SMART Objectives and Issue Tree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r>
              <a:rPr sz="2000" dirty="0"/>
              <a:t>Specific: Predict fraudulent transactions (binary classification).</a:t>
            </a:r>
            <a:endParaRPr lang="en-US" sz="2000" dirty="0"/>
          </a:p>
          <a:p>
            <a:pPr marL="0" indent="0">
              <a:buNone/>
            </a:pPr>
            <a:endParaRPr sz="2000" dirty="0"/>
          </a:p>
          <a:p>
            <a:r>
              <a:rPr sz="2000" dirty="0"/>
              <a:t>Measurable: Target </a:t>
            </a:r>
            <a:r>
              <a:rPr lang="en-US" sz="2000" dirty="0"/>
              <a:t>Recall score</a:t>
            </a:r>
            <a:r>
              <a:rPr sz="2000" dirty="0"/>
              <a:t> ≥ 0.8</a:t>
            </a:r>
            <a:r>
              <a:rPr lang="en-US" sz="2000" dirty="0"/>
              <a:t>0</a:t>
            </a:r>
            <a:r>
              <a:rPr sz="2000" dirty="0"/>
              <a:t>.</a:t>
            </a:r>
            <a:endParaRPr lang="en-US" sz="2000" dirty="0"/>
          </a:p>
          <a:p>
            <a:pPr marL="0" indent="0">
              <a:buNone/>
            </a:pPr>
            <a:endParaRPr sz="2000" dirty="0"/>
          </a:p>
          <a:p>
            <a:r>
              <a:rPr sz="2000" dirty="0"/>
              <a:t>Achievable: High-impact predictors identified (Risk Score, Failed </a:t>
            </a:r>
            <a:r>
              <a:rPr sz="2000" dirty="0" err="1"/>
              <a:t>Txns</a:t>
            </a:r>
            <a:r>
              <a:rPr sz="2000" dirty="0"/>
              <a:t>).</a:t>
            </a:r>
            <a:endParaRPr lang="en-US" sz="2000" dirty="0"/>
          </a:p>
          <a:p>
            <a:pPr marL="0" indent="0">
              <a:buNone/>
            </a:pPr>
            <a:endParaRPr sz="2000" dirty="0"/>
          </a:p>
          <a:p>
            <a:r>
              <a:rPr sz="2000" dirty="0"/>
              <a:t>Relevant: Supports secure financial ecosystems.</a:t>
            </a:r>
            <a:endParaRPr lang="en-US" sz="2000" dirty="0"/>
          </a:p>
          <a:p>
            <a:pPr marL="0" indent="0">
              <a:buNone/>
            </a:pPr>
            <a:endParaRPr sz="2000" dirty="0"/>
          </a:p>
          <a:p>
            <a:r>
              <a:rPr sz="2000" dirty="0"/>
              <a:t>Time-bound: Complete within six months.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 Tree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/>
              <a:t>1. Data Understanding &amp; Preparation: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Handle missing values, normalize, engineer features.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2. Model Development: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Start with Logistic/Linear Regression, explore </a:t>
            </a:r>
            <a:r>
              <a:rPr lang="en-US" dirty="0"/>
              <a:t>Data Forest, Decision Tree</a:t>
            </a:r>
            <a:r>
              <a:rPr dirty="0"/>
              <a:t>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3. Model Evaluation: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Use confusion matrix, precision-recall, F1.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4. Behavior Insights: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Analyze Risk Score &amp; Failed </a:t>
            </a:r>
            <a:r>
              <a:rPr dirty="0" err="1"/>
              <a:t>Txn</a:t>
            </a:r>
            <a:r>
              <a:rPr dirty="0"/>
              <a:t> patterns.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5. Constraints: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Synthetic data, threshold tuning, compute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13793</TotalTime>
  <Words>143</Words>
  <Application>Microsoft Office PowerPoint</Application>
  <PresentationFormat>On-screen Show (4:3)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Fraud Detection Project</vt:lpstr>
      <vt:lpstr>SMART Problem Definition</vt:lpstr>
      <vt:lpstr>Issue Tree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Ayesha Sultana</cp:lastModifiedBy>
  <cp:revision>1</cp:revision>
  <dcterms:created xsi:type="dcterms:W3CDTF">2013-01-27T09:14:16Z</dcterms:created>
  <dcterms:modified xsi:type="dcterms:W3CDTF">2025-04-05T09:39:10Z</dcterms:modified>
  <cp:category/>
</cp:coreProperties>
</file>